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12773240954c36" /><Relationship Type="http://schemas.openxmlformats.org/officeDocument/2006/relationships/extended-properties" Target="/docProps/app.xml" Id="R984f3a5e6d5743b2" /><Relationship Type="http://schemas.openxmlformats.org/officeDocument/2006/relationships/officeDocument" Target="/ppt/presentation.xml" Id="Re07b40c5008e4b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f3125c6244454d"/>
  </p:sldMasterIdLst>
  <p:notesMasterIdLst>
    <p:notesMasterId xmlns:r="http://schemas.openxmlformats.org/officeDocument/2006/relationships" r:id="R5cafce2706d94423"/>
  </p:notesMasterIdLst>
  <p:sldIdLst>
    <p:sldId xmlns:r="http://schemas.openxmlformats.org/officeDocument/2006/relationships" id="256" r:id="R8343d01a3afe4771"/>
    <p:sldId xmlns:r="http://schemas.openxmlformats.org/officeDocument/2006/relationships" id="257" r:id="Rd1ca90d302a947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c7b87729eb4535" /><Relationship Type="http://schemas.openxmlformats.org/officeDocument/2006/relationships/slideMaster" Target="/ppt/slideMasters/slideMaster1.xml" Id="R6ef3125c6244454d" /><Relationship Type="http://schemas.openxmlformats.org/officeDocument/2006/relationships/notesMaster" Target="/ppt/notesMasters/notesMaster1.xml" Id="R5cafce2706d94423" /><Relationship Type="http://schemas.openxmlformats.org/officeDocument/2006/relationships/presProps" Target="/ppt/presProps.xml" Id="R54de07d6d7c04d7d" /><Relationship Type="http://schemas.openxmlformats.org/officeDocument/2006/relationships/tableStyles" Target="/ppt/tableStyles.xml" Id="R5da933ed5c6448b1" /><Relationship Type="http://schemas.openxmlformats.org/officeDocument/2006/relationships/slide" Target="/ppt/slides/slide1.xml" Id="R8343d01a3afe4771" /><Relationship Type="http://schemas.openxmlformats.org/officeDocument/2006/relationships/slide" Target="/ppt/slides/slide2.xml" Id="Rd1ca90d302a947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49eae258ed4c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8d7249de794694" /><Relationship Type="http://schemas.openxmlformats.org/officeDocument/2006/relationships/notesMaster" Target="/ppt/notesMasters/notesMaster1.xml" Id="R4be0a46057ab46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3a1fd3de324e46" /><Relationship Type="http://schemas.openxmlformats.org/officeDocument/2006/relationships/notesMaster" Target="/ppt/notesMasters/notesMaster1.xml" Id="R234ebf12432c41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business facts are fictional. Source: examples/business-review/source.json, version v2. This candidate may intentionally disagree with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Candidate-b deliberately contradicts the report and contains a shape extending beyond the slide. Preserve these seeded negative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26f57d3d743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4bab2dc61649f0" /><Relationship Type="http://schemas.openxmlformats.org/officeDocument/2006/relationships/slideLayout" Target="/ppt/slideLayouts/slideLayout1.xml" Id="R4129860d493f49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29860d493f49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b8cd6f0554d50" /><Relationship Type="http://schemas.openxmlformats.org/officeDocument/2006/relationships/notesSlide" Target="/ppt/notesSlides/notesSlide1.xml" Id="R74b445e8cb0a43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9f71e052848fc" /><Relationship Type="http://schemas.openxmlformats.org/officeDocument/2006/relationships/notesSlide" Target="/ppt/notesSlides/notesSlide2.xml" Id="Rf82ebe5b6d714a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AD2EE-460E-429B-B636-BD6B7F05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Refill pilot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2227C-8650-4427-94D3-BF6C4278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Fictional Alder Refill Cooperative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11593-C213-4FF6-A1F7-1D3C30F6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47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Units: 120</a:t>
            </a:r>
          </a:p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Unit price: USD 25</a:t>
            </a:r>
          </a:p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Unit cost: USD 15</a:t>
            </a:r>
          </a:p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Source: source.json, v2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784EF-1ECD-4081-92AE-315C55C3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reference · Synthetic evaluation fixture · 18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8632397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89F63-5DDA-471D-A259-E5E8B49F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Decision and 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DE665-DA07-49C5-88A5-309F95E3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Decision: Approve a limited pilot subject to reviewer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5FE49-3DB2-4264-9AEC-17C91EFE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Demand is a planning assumption and has not been measured.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0EB86-5F2A-4090-A76F-E020569F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5283A"/>
                </a:solidFill>
                <a:latin typeface="Helvetica Neue"/>
                <a:ea typeface="Helvetica Neue"/>
                <a:cs typeface="Helvetica Neue"/>
              </a:rPr>
              <a:t>Synthetic review fixture. Human assessment remains required.</a:t>
            </a:r>
          </a:p>
        </p:txBody>
      </p:sp>
    </p:spTree>
    <p:extLst>
      <p:ext uri="{BB962C8B-B14F-4D97-AF65-F5344CB8AC3E}">
        <p14:creationId xmlns:p14="http://schemas.microsoft.com/office/powerpoint/2010/main" val="1420972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2026-09-18T12:32:28.6120000Z</dcterms:created>
  <dcterms:modified xsi:type="dcterms:W3CDTF">2026-09-18T12:32:28.6120000Z</dcterms:modified>
</coreProperties>
</file>