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787056252846b7" /><Relationship Type="http://schemas.openxmlformats.org/officeDocument/2006/relationships/extended-properties" Target="/docProps/app.xml" Id="R1e7e9ed1baff4c25" /><Relationship Type="http://schemas.openxmlformats.org/officeDocument/2006/relationships/officeDocument" Target="/ppt/presentation.xml" Id="Raef24a55c9424d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0078d8e6e64cfc"/>
  </p:sldMasterIdLst>
  <p:notesMasterIdLst>
    <p:notesMasterId xmlns:r="http://schemas.openxmlformats.org/officeDocument/2006/relationships" r:id="R88b44b824eae4485"/>
  </p:notesMasterIdLst>
  <p:sldIdLst>
    <p:sldId xmlns:r="http://schemas.openxmlformats.org/officeDocument/2006/relationships" id="256" r:id="R0a3c22a055a44431"/>
    <p:sldId xmlns:r="http://schemas.openxmlformats.org/officeDocument/2006/relationships" id="257" r:id="R8874101277ee46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be6bd6f94c4542" /><Relationship Type="http://schemas.openxmlformats.org/officeDocument/2006/relationships/slideMaster" Target="/ppt/slideMasters/slideMaster1.xml" Id="Rc90078d8e6e64cfc" /><Relationship Type="http://schemas.openxmlformats.org/officeDocument/2006/relationships/notesMaster" Target="/ppt/notesMasters/notesMaster1.xml" Id="R88b44b824eae4485" /><Relationship Type="http://schemas.openxmlformats.org/officeDocument/2006/relationships/presProps" Target="/ppt/presProps.xml" Id="R9a95150907714cae" /><Relationship Type="http://schemas.openxmlformats.org/officeDocument/2006/relationships/tableStyles" Target="/ppt/tableStyles.xml" Id="R6e8c2ac32bc14e7a" /><Relationship Type="http://schemas.openxmlformats.org/officeDocument/2006/relationships/slide" Target="/ppt/slides/slide1.xml" Id="R0a3c22a055a44431" /><Relationship Type="http://schemas.openxmlformats.org/officeDocument/2006/relationships/slide" Target="/ppt/slides/slide2.xml" Id="R8874101277ee46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c8a669c1524c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e31758dd0f4a79" /><Relationship Type="http://schemas.openxmlformats.org/officeDocument/2006/relationships/notesMaster" Target="/ppt/notesMasters/notesMaster1.xml" Id="R01303bd018f94c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48fd31620f4743" /><Relationship Type="http://schemas.openxmlformats.org/officeDocument/2006/relationships/notesMaster" Target="/ppt/notesMasters/notesMaster1.xml" Id="Rf9fa180fd31547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business facts are fictional. Source: examples/business-review/source.json, version v2. This candidate may intentionally disagree with the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Candidate-b deliberately contradicts the report and contains a shape extending beyond the slide. Preserve these seeded negative cases.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5f1cb4274f48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12f19c62bc4886" /><Relationship Type="http://schemas.openxmlformats.org/officeDocument/2006/relationships/slideLayout" Target="/ppt/slideLayouts/slideLayout1.xml" Id="R22fd6b0c33c342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fd6b0c33c342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a414dda3740be" /><Relationship Type="http://schemas.openxmlformats.org/officeDocument/2006/relationships/notesSlide" Target="/ppt/notesSlides/notesSlide1.xml" Id="R3d90aa041cb248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dd890b78a4f07" /><Relationship Type="http://schemas.openxmlformats.org/officeDocument/2006/relationships/notesSlide" Target="/ppt/notesSlides/notesSlide2.xml" Id="R4aa73a6ffe6943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89DCE-73FB-4665-BA2B-986FC275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Refill pilot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B91C7-648D-4027-937C-2C74FBCF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Fictional Alder Refill Cooperative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70576-EB8A-4FAD-98A8-AD34DEE7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477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Units: 120</a:t>
            </a:r>
          </a:p>
          <a:p xmlns:a="http://schemas.openxmlformats.org/drawingml/2006/main">
            <a:pPr>
              <a:defRPr sz="24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Unit price: USD 30</a:t>
            </a:r>
          </a:p>
          <a:p xmlns:a="http://schemas.openxmlformats.org/drawingml/2006/main">
            <a:pPr>
              <a:defRPr sz="24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Unit cost: USD 15</a:t>
            </a:r>
          </a:p>
          <a:p xmlns:a="http://schemas.openxmlformats.org/drawingml/2006/main">
            <a:pPr>
              <a:defRPr sz="24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Source: source.json, v1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3A096-CC88-41FF-AEDE-DBA1439B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candidate-a · Synthetic evaluation fixture · 18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2197036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CD566-D418-4364-8C76-1EC4D443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Decision and uncertainty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BEF49-2698-4E9B-98C9-58E98B93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Decision: Approve a limited pilot subject to reviewer approval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68886-3147-4A27-A939-9A51120C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Demand is a planning assumption and has not been measured.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CE3F8-478A-49BE-9E21-2078EC9D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Synthetic review fixture. Human assessment remains required.</a:t>
            </a:r>
          </a:p>
        </p:txBody>
      </p:sp>
    </p:spTree>
    <p:extLst>
      <p:ext uri="{BB962C8B-B14F-4D97-AF65-F5344CB8AC3E}">
        <p14:creationId xmlns:p14="http://schemas.microsoft.com/office/powerpoint/2010/main" val="165709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2026-09-18T12:32:38.9470000Z</dcterms:created>
  <dcterms:modified xsi:type="dcterms:W3CDTF">2026-09-18T12:32:38.9470000Z</dcterms:modified>
</coreProperties>
</file>