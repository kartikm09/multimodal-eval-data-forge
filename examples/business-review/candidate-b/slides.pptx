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757a4f88144d9d" /><Relationship Type="http://schemas.openxmlformats.org/officeDocument/2006/relationships/extended-properties" Target="/docProps/app.xml" Id="R8ae19b3559bc4829" /><Relationship Type="http://schemas.openxmlformats.org/officeDocument/2006/relationships/officeDocument" Target="/ppt/presentation.xml" Id="Rada25a7ec2d048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6daea3dcfd40fa"/>
  </p:sldMasterIdLst>
  <p:notesMasterIdLst>
    <p:notesMasterId xmlns:r="http://schemas.openxmlformats.org/officeDocument/2006/relationships" r:id="R05204987ed334dd0"/>
  </p:notesMasterIdLst>
  <p:sldIdLst>
    <p:sldId xmlns:r="http://schemas.openxmlformats.org/officeDocument/2006/relationships" id="256" r:id="Rea68657cbb3247e0"/>
    <p:sldId xmlns:r="http://schemas.openxmlformats.org/officeDocument/2006/relationships" id="257" r:id="R64e5ad410ca94c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f5b96fcc444ed6" /><Relationship Type="http://schemas.openxmlformats.org/officeDocument/2006/relationships/slideMaster" Target="/ppt/slideMasters/slideMaster1.xml" Id="Re56daea3dcfd40fa" /><Relationship Type="http://schemas.openxmlformats.org/officeDocument/2006/relationships/notesMaster" Target="/ppt/notesMasters/notesMaster1.xml" Id="R05204987ed334dd0" /><Relationship Type="http://schemas.openxmlformats.org/officeDocument/2006/relationships/presProps" Target="/ppt/presProps.xml" Id="R0b0e5e7f99cb429c" /><Relationship Type="http://schemas.openxmlformats.org/officeDocument/2006/relationships/tableStyles" Target="/ppt/tableStyles.xml" Id="Re892ee90d4654a1e" /><Relationship Type="http://schemas.openxmlformats.org/officeDocument/2006/relationships/slide" Target="/ppt/slides/slide1.xml" Id="Rea68657cbb3247e0" /><Relationship Type="http://schemas.openxmlformats.org/officeDocument/2006/relationships/slide" Target="/ppt/slides/slide2.xml" Id="R64e5ad410ca94c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a86cef2dbc46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ba7284b1f142ef" /><Relationship Type="http://schemas.openxmlformats.org/officeDocument/2006/relationships/notesMaster" Target="/ppt/notesMasters/notesMaster1.xml" Id="R2c795f10a5064f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cef94284554585" /><Relationship Type="http://schemas.openxmlformats.org/officeDocument/2006/relationships/notesMaster" Target="/ppt/notesMasters/notesMaster1.xml" Id="R517afedd85794f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business facts are fictional. Source: examples/business-review/source.json, version v2. This candidate may intentionally disagree with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Candidate-b deliberately contradicts the report and contains a shape extending beyond the slide. Preserve these seeded negative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fccc7314240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0a0ae3d16d462f" /><Relationship Type="http://schemas.openxmlformats.org/officeDocument/2006/relationships/slideLayout" Target="/ppt/slideLayouts/slideLayout1.xml" Id="R4f7df410d01c4b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7df410d01c4b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0998a663c4dea" /><Relationship Type="http://schemas.openxmlformats.org/officeDocument/2006/relationships/notesSlide" Target="/ppt/notesSlides/notesSlide1.xml" Id="R90fd575d141c4b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e4fe921f44a47" /><Relationship Type="http://schemas.openxmlformats.org/officeDocument/2006/relationships/notesSlide" Target="/ppt/notesSlides/notesSlide2.xml" Id="R4c536aecb0384f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099A9-F81F-404D-8480-5E174F85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Refill pilot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D5128-DB14-47B9-B7FB-DD81B3D6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Fictional Alder Refill Cooperative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45273-A257-4949-8D4B-C6EAADD8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47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Units: 120</a:t>
            </a:r>
          </a:p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Unit price: USD 25</a:t>
            </a:r>
          </a:p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Unit cost: USD 15</a:t>
            </a:r>
          </a:p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Source: source.json, 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2392C-1AC7-49F1-8050-3D9909F1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candidate-b · Synthetic evaluation fixture · 18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55229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E7D04-0FCD-450A-85E7-8400F39D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Decision and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04BA2-9047-461A-87C4-20A3A8F3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Decision: Reject the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2AE38-9247-4F97-807F-C54384FB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Demand is a planning assumption and has not been measured.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1AA13-1ACF-4A18-B1D7-84215F5C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245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Package mass 125 kg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C07F2-66BA-40B4-AA1D-10279665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Synthetic review fixture. Human assessment remains required.</a:t>
            </a:r>
          </a:p>
        </p:txBody>
      </p:sp>
    </p:spTree>
    <p:extLst>
      <p:ext uri="{BB962C8B-B14F-4D97-AF65-F5344CB8AC3E}">
        <p14:creationId xmlns:p14="http://schemas.microsoft.com/office/powerpoint/2010/main" val="921738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2026-09-18T12:32:40.0720000Z</dcterms:created>
  <dcterms:modified xsi:type="dcterms:W3CDTF">2026-09-18T12:32:40.0720000Z</dcterms:modified>
</coreProperties>
</file>